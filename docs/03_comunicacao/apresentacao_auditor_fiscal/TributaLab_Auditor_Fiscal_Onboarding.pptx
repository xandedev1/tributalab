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onboarding cobre as cinco leituras que orientam o uso do Auditor Fiscal: receita, caixa, conciliação, déficit da folha e despesas. O foco é saber onde olhar e qual ação tomar em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segue cinco perguntas práticas. Faturamento mostra a receita líquida. Contas a Receber mostra o caixa. Cruzamento localiza exceções. Folha prioriza clientes deficitários. Despesas une a visão consolidada ao lançamento detalhado.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aba Faturamento, a leitura começa no total emitido e chega ao valor líquido. Depois, verificamos quais tributos explicam as retenções e quais tomadores concentram a receita. A saída é uma visão clara da receita líquida e de sua concentração.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Contas a Receber, partimos do bruto lançado e verificamos o recebido real. Contingenciado e saldo sinalizado mostram o que exige tratamento. Os rankings ajudam a decidir onde o impacto de caixa é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Cruzamento tem dois momentos. Primeiro, configure cada fonte. Emissão, competência e tipo de valor são independentes no lado do faturamento e no lado dos recebimentos. Só depois de alinhar o objetivo da comparação devemos interpretar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separa quatro situações. Conciliada significa que a nota existe nas duas fontes e fecha em valor. Divergência significa que existe nos dois lados, mas não fecha. Os ausentes mostram documentos presentes em apenas uma fonte. A tabela permite investigar nota 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Folha, o principal alerta é o déficit. Ele ocorre quando a folha líquida do cliente é maior que o faturamento da mesma competência. Existem 215 competências nessa situação. A ação é filtrar Déficit e abrir a linha do cliente para comparar folha líquida, faturamento e diferença. Vencimentos e descontos apenas formam a folha líquida usada nessa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Despesas funciona como um único fluxo. No Dashboard, localizamos o total pago e a categoria que mais pesa. Depois, no Explorador, aplicamos o filtro de fornecedor ou funcionário e a categoria. Por fim, abrimos o lançamento para conferir favorecido, descrição, competência 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pic>
        <p:nvPicPr>
          <p:cNvPr id="4" name="Image 0" descr="C:\Users\xandao\Documents\GitHub\TributaLab\docs\03_comunicacao\apresentacao_auditor_fiscal\recortes\cap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42432" y="0"/>
            <a:ext cx="731520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75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5577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TRIBUTA LAB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14173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TRIBUTALAB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AUDITOR FISCAL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21792" y="309067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 abas organizadas em 5 leituras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1792" y="39776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 visão executiva ao lançamento que comprova cada número.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" y="5989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FATURAMENTO · RECEBIMENTOS · FOLHA · DESPESAS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GERAL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 abas. 5 leituras que orientam ação.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61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 etapa responde uma pergunta objetiva.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89888" y="18928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Faturamento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22677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Quanto foi emitido, retido e convertido em líquido?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89888" y="2852928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874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94576" y="18928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Contas a Receber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94576" y="22677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Quanto do valor lançado entrou realmente no caixa?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94576" y="2852928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89888" y="32369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Cruzamento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89888" y="3611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Quais notas divergem ou existem em apenas uma fonte?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89888" y="4197096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94576" y="32369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Folha: foco no déficit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94576" y="3611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Em quais clientes a folha supera o faturamento?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94576" y="4197096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456285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151376" y="45811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Dashboard + Explorador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51376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Onde o gasto pesa e qual lançamento explica o total?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51376" y="5541264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2544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FLUXO RECOMENDADO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59152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geral  →  exceção  →  evidência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01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Faturamento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Entenda a receita emitida, as retenções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 onde ela está concentrada.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PERGUNTA QUE A ABA RESPONDE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Quanto do faturado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permanece líquido?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LEIA NESTA ORDEM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" y="36758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Faturado e líquido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40050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Veja o total emitido, o retido e o valor líquido.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" y="45902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Retenções por tributo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49194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Identifique quais tributos formam a retenção.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504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55046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Principais tomadores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58338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Observe onde a receita está mais concentrada.</a:t>
            </a:r>
            <a:endParaRPr lang="en-US" sz="1200" dirty="0"/>
          </a:p>
        </p:txBody>
      </p:sp>
      <p:pic>
        <p:nvPicPr>
          <p:cNvPr id="20" name="Image 0" descr="C:\Users\xandao\Documents\GitHub\TributaLab\docs\03_comunicacao\apresentacao_auditor_fiscal\recortes\faturamento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1389888"/>
            <a:ext cx="7040880" cy="14173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90288" y="1389888"/>
            <a:ext cx="704088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2" name="Image 1" descr="C:\Users\xandao\Documents\GitHub\TributaLab\docs\03_comunicacao\apresentacao_auditor_fiscal\recortes\faturamento_retenco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017520"/>
            <a:ext cx="3401568" cy="29718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590288" y="3017520"/>
            <a:ext cx="3401568" cy="297180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4" name="Image 2" descr="C:\Users\xandao\Documents\GitHub\TributaLab\docs\03_comunicacao\apresentacao_auditor_fiscal\recortes\faturamento_tomador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3017520"/>
            <a:ext cx="3456432" cy="29718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174736" y="3017520"/>
            <a:ext cx="3456432" cy="297180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02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Contas a Receber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Acompanhe o que foi lançado,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que entrou no caixa e o que ficou pendente.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PERGUNTA QUE A ABA RESPONDE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 valor lançado, quanto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foi recebido de verdade?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LEIA NESTA ORDEM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" y="36758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Bruto lançado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40050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É o ponto de partida das notas selecionadas.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498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" y="449884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Recebido real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4828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Mostra o valor que efetivamente entrou no caixa.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321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532180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Pendências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56509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Contingenciado e saldo sinalizado pedem atenção.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080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33856" y="60807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Prioridade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" y="640994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Use maiores clientes e contingências para agir.</a:t>
            </a:r>
            <a:endParaRPr lang="en-US" sz="1200" dirty="0"/>
          </a:p>
        </p:txBody>
      </p:sp>
      <p:pic>
        <p:nvPicPr>
          <p:cNvPr id="23" name="Image 0" descr="C:\Users\xandao\Documents\GitHub\TributaLab\docs\03_comunicacao\apresentacao_auditor_fiscal\recortes\receber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298448"/>
            <a:ext cx="7168896" cy="157276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480560" y="1298448"/>
            <a:ext cx="7168896" cy="157276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5" name="Image 1" descr="C:\Users\xandao\Documents\GitHub\TributaLab\docs\03_comunicacao\apresentacao_auditor_fiscal\recortes\receber_clien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090672"/>
            <a:ext cx="5074920" cy="32461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480560" y="3090672"/>
            <a:ext cx="5074920" cy="32461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7" name="Image 2" descr="C:\Users\xandao\Documents\GitHub\TributaLab\docs\03_comunicacao\apresentacao_auditor_fiscal\recortes\receber_contingencia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090672"/>
            <a:ext cx="1911096" cy="324612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738360" y="3090672"/>
            <a:ext cx="1911096" cy="32461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03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Cruzamento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Configure cada fonte antes de comparar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faturamento e recebimentos.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PERGUNTA QUE A ABA RESPONDE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Estou comparando períodos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 critérios equivalentes?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337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 LADO É INDEPENDENTE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856" y="36850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Emissão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40142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Defina o período dos documentos em cada fonte.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599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" y="45994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Competência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49286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Escolha a competência de cada lado da comparação.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513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3856" y="55138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Tipo de valor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58430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Compare bruto, líquido ou recebido conforme o objetivo.</a:t>
            </a:r>
            <a:endParaRPr lang="en-US" sz="1200" dirty="0"/>
          </a:p>
        </p:txBody>
      </p:sp>
      <p:pic>
        <p:nvPicPr>
          <p:cNvPr id="20" name="Image 0" descr="C:\Users\xandao\Documents\GitHub\TributaLab\docs\03_comunicacao\apresentacao_auditor_fiscal\recortes\cruzamento_filtr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901952"/>
            <a:ext cx="7242048" cy="206654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70832" y="1901952"/>
            <a:ext cx="7242048" cy="2066544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70832" y="4315968"/>
            <a:ext cx="7242048" cy="123444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REGRA PRÁTICA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81728" y="488289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Primeiro alinhe os filtros.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Depois interprete a diferença.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03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Cruzamento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Leia o resultado como um mapa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 exceções entre as duas fontes.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30632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2140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PERGUNTA QUE A ABA RESPONDE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Onde faturamento 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recebimentos não fecham?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3856" y="33375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Conciliada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36667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nota existe nas duas fontes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 os valores coincidem.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160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41605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Divergência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448970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nota existe nas duas fontes,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 os valores diferem.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983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4983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Ausente em recebimentos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531266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Foi faturada, mas não apareceu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 entrada selecionada.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806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3856" y="58064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Ausente em faturamento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" y="613562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Entrou no recebimento, mas não está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 emissão selecionada.</a:t>
            </a:r>
            <a:endParaRPr lang="en-US" sz="1200" dirty="0"/>
          </a:p>
        </p:txBody>
      </p:sp>
      <p:pic>
        <p:nvPicPr>
          <p:cNvPr id="22" name="Image 0" descr="C:\Users\xandao\Documents\GitHub\TributaLab\docs\03_comunicacao\apresentacao_auditor_fiscal\recortes\cruzamento_resulta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353312"/>
            <a:ext cx="7635240" cy="325526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977640" y="1353312"/>
            <a:ext cx="7635240" cy="3255264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4" name="Image 1" descr="C:\Users\xandao\Documents\GitHub\TributaLab\docs\03_comunicacao\apresentacao_auditor_fiscal\recortes\cruzamento_tabel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4828032"/>
            <a:ext cx="7635240" cy="148132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977640" y="4828032"/>
            <a:ext cx="7635240" cy="148132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04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Folha: o déficit é o alerta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Encontre clientes cuja folha líquida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é maior que o faturamento da competência.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01952"/>
            <a:ext cx="3063240" cy="1417320"/>
          </a:xfrm>
          <a:prstGeom prst="rect">
            <a:avLst/>
          </a:prstGeom>
          <a:solidFill>
            <a:srgbClr val="D66E54"/>
          </a:solidFill>
          <a:ln w="12700">
            <a:solidFill>
              <a:srgbClr val="D66E5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01952" y="21945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COMPETÊNCIAS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 DÉFICIT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QUE SIGNIFICA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40050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Folha líquida &gt; faturamento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" y="440740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diferença negativa indica que a receita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daquele cliente não cobre o custo da folha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na competência.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413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54132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Filtre “Déficit”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5742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Isole somente as competências que exigem revisão.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126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6126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Abra o cliente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645566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Compare folha líquida, faturamento e diferença.</a:t>
            </a:r>
            <a:endParaRPr lang="en-US" sz="1200" dirty="0"/>
          </a:p>
        </p:txBody>
      </p:sp>
      <p:pic>
        <p:nvPicPr>
          <p:cNvPr id="19" name="Image 0" descr="C:\Users\xandao\Documents\GitHub\TributaLab\docs\03_comunicacao\apresentacao_auditor_fiscal\recortes\folha_resu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25880"/>
            <a:ext cx="7479792" cy="248716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160520" y="1325880"/>
            <a:ext cx="7479792" cy="248716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1" name="Image 1" descr="C:\Users\xandao\Documents\GitHub\TributaLab\docs\03_comunicacao\apresentacao_auditor_fiscal\recortes\folha_tabel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4041648"/>
            <a:ext cx="7479792" cy="23774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160520" y="4041648"/>
            <a:ext cx="7479792" cy="237744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ETAPA 05 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Despesas: do total ao lançamento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Use o Dashboard para localizar o gasto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 o Explorador para entender sua composição.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30632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2140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C8B5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PERGUNTA QUE A ABA RESPONDE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Onde está o gasto e qual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lançamento explica o valor?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8C7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3856" y="33375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Localize no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36667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Veja o total pago e as categorias com maior peso.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6E5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3856" y="42519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Leve o recorte ao Explorador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45811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Filtre fornecedor ou funcionário e a categoria.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166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9B5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51663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9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Confira o lançamento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54955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595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Abra favorecido, descrição, competência e valor.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6071616"/>
            <a:ext cx="3063240" cy="43891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6199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EF9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 →  FILTRO  →  LANÇAMENTO</a:t>
            </a:r>
            <a:endParaRPr lang="en-US" sz="900" dirty="0"/>
          </a:p>
        </p:txBody>
      </p:sp>
      <p:pic>
        <p:nvPicPr>
          <p:cNvPr id="21" name="Image 0" descr="C:\Users\xandao\Documents\GitHub\TributaLab\docs\03_comunicacao\apresentacao_auditor_fiscal\recortes\despesas_resu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325880"/>
            <a:ext cx="7589520" cy="14173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23360" y="1325880"/>
            <a:ext cx="758952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3" name="Image 1" descr="C:\Users\xandao\Documents\GitHub\TributaLab\docs\03_comunicacao\apresentacao_auditor_fiscal\recortes\explorador_filtr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953512"/>
            <a:ext cx="7589520" cy="14173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023360" y="2953512"/>
            <a:ext cx="758952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5" name="Image 2" descr="C:\Users\xandao\Documents\GitHub\TributaLab\docs\03_comunicacao\apresentacao_auditor_fiscal\recortes\explorador_tabel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572000"/>
            <a:ext cx="7589520" cy="175564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023360" y="4572000"/>
            <a:ext cx="7589520" cy="175564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3808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hnschrif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TributaLab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TributaLab Auditor Fiscal</dc:title>
  <dc:subject>Onboarding do Auditor Fiscal</dc:subject>
  <dc:creator>TributaLab</dc:creator>
  <cp:lastModifiedBy>TributaLab</cp:lastModifiedBy>
  <cp:revision>1</cp:revision>
  <dcterms:created xsi:type="dcterms:W3CDTF">2026-07-30T19:39:14Z</dcterms:created>
  <dcterms:modified xsi:type="dcterms:W3CDTF">2026-07-30T19:39:14Z</dcterms:modified>
</cp:coreProperties>
</file>